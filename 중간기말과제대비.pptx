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7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447A68-7B62-5084-FA5F-1EA06B004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0663AA-C00A-0141-69AC-2F48CB147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55ED72-E189-6858-BBCE-DE9C31C8E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F0CE9-446D-4250-91F6-11295A16A35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EFA729-8D8F-8EA2-F869-4D9E6171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AA98C2-7B9A-232C-3303-12AD1E14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1F1DD-2EB6-4BA1-BA37-95B351E45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662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6EEAB-428E-433B-FF58-4F72A0A4A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79B2EB-1A97-B111-BD7A-B188301C7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2A6484-6AE3-C992-DB2E-79BF23377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F0CE9-446D-4250-91F6-11295A16A35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9A4CC9-CA9B-8C60-D4B5-EC489165F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312CF1-8914-DAA8-C6FE-755CB5D33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1F1DD-2EB6-4BA1-BA37-95B351E45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739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174A81-F9A7-7CD3-CA46-E4A5DDA0B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1DF80B-B012-B3BC-1F13-2C99DBD9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B7D1EC-4794-9F78-2F82-04191F1FF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F0CE9-446D-4250-91F6-11295A16A35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7D921A-DD71-6DA0-A7A3-63DEDCDCC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7290F0-E178-2A18-4AAB-17DFF7E00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1F1DD-2EB6-4BA1-BA37-95B351E45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976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BFCA5-5581-6E5C-04EA-E994A50D0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A180FA-3B74-5F09-9616-C2E75052C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B4194A-49A7-8DCF-6AA3-7FC607811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B6757C-9830-68F2-C642-193BC225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F0CE9-446D-4250-91F6-11295A16A35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75FFFF-8E2B-4951-9DCF-DA28C4E6F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FFCEA4-EA03-92AE-B527-FBEE09C7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1F1DD-2EB6-4BA1-BA37-95B351E45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67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71682A-3E49-C5D6-1074-CD92BC7CB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AE8449-1C19-0800-5CBB-84FA00752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7392E6-303F-54C4-C8F8-69FFD05D7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45FE3AC-6E94-D03C-5D02-A8B938827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C769E20-ABF0-687C-1610-8AFA57DBA5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CC3A06-B0A2-B595-22A5-2D6AC77BF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F0CE9-446D-4250-91F6-11295A16A35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FE8446-186A-E4E1-4361-93F5BF895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0A51A71-8AA8-B899-45B0-490586FA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1F1DD-2EB6-4BA1-BA37-95B351E45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904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40C3CE-3157-E465-881D-8D4C0A326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B9DBFD-7F48-42FE-BF20-CA7857441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F0CE9-446D-4250-91F6-11295A16A35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D7F495-CC32-B66A-F93E-EE1784555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063FF3-B85A-4794-D22E-6DC12A7AE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1F1DD-2EB6-4BA1-BA37-95B351E45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002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9CB302-8793-5190-B9D1-63972DCBB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F0CE9-446D-4250-91F6-11295A16A35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6C916A7-4465-E359-82CB-C3C5613F3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077408-DC2E-8156-B4D3-8946B908E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1F1DD-2EB6-4BA1-BA37-95B351E45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2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8FF0D4-5A08-75BD-E348-268CADA6B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D93F30-C98D-CE80-2420-6098EC563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D554BD-5813-AF14-FB0A-F3BBC3FD9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263591-F93C-29D2-E9AD-EF6693BE4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F0CE9-446D-4250-91F6-11295A16A35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34BDC8-D7AD-D4B4-FA07-C14DD4A93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A31D35-C4B1-E97E-AD1A-51707D8D9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1F1DD-2EB6-4BA1-BA37-95B351E45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224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99CB06-6FFC-D4D2-E4B6-17F940E3C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81F6F70-A8C3-0834-E621-2A9DF4B092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19E098-04A1-2D2A-5F0D-3F6B81C51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A1CA61-7E46-6974-ED16-575E96039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F0CE9-446D-4250-91F6-11295A16A35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F13729-2C52-BF08-AD44-B544F12A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69605C-2BB6-9671-7325-4A0BE3EF2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1F1DD-2EB6-4BA1-BA37-95B351E45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164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BC077-6FE6-B757-9E90-7C413E8D4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9F3126-3A34-ED28-7183-B69A2B33C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EDF09-50B5-4CDE-C9E8-76D1BD123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F0CE9-446D-4250-91F6-11295A16A35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1C6406-20FC-9DAC-67AE-1FF3B324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0AADDC-456A-72B4-B3A1-477A27347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1F1DD-2EB6-4BA1-BA37-95B351E45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991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9CAE43-0AC9-A528-05DE-DB881B07CD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512D22-3E2B-D1B4-9E72-9CC49665D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95BB85-10AC-C8F8-59E5-8DD5F086D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F0CE9-446D-4250-91F6-11295A16A35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29A047-AA59-FB37-C7D4-DECE3F72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57D4C8-2E9B-43CC-1EA1-30EC11CE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1F1DD-2EB6-4BA1-BA37-95B351E45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403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C6E4C8-C7EE-E58F-BE3D-F8CF9EAFE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DCB2BA-E0B8-9EB5-D96E-5482FA048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72E19-802A-E1E5-5691-534F18E91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F0CE9-446D-4250-91F6-11295A16A358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CCE9E6-BE99-A01C-48C5-E2A7B9F45E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41B72D-251D-52F5-D597-C74906DF0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1F1DD-2EB6-4BA1-BA37-95B351E45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02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349507-F4F3-0AE0-6281-546B158D0E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8C4EC2A-2CDF-A67D-6202-CF258B0B0A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679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6592FF-A27C-937F-D0E0-16EE0DA70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ED6F8E-4C99-B13E-469E-6BF2B1228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1.</a:t>
            </a:r>
            <a:r>
              <a:rPr lang="ko-KR" altLang="en-US" b="1" dirty="0"/>
              <a:t>김준성</a:t>
            </a:r>
          </a:p>
          <a:p>
            <a:endParaRPr lang="ko-KR" altLang="en-US" b="1" dirty="0"/>
          </a:p>
          <a:p>
            <a:r>
              <a:rPr lang="en-US" altLang="ko-KR" b="1" dirty="0"/>
              <a:t>2.20263600</a:t>
            </a:r>
          </a:p>
          <a:p>
            <a:endParaRPr lang="en-US" altLang="ko-KR" b="1" dirty="0"/>
          </a:p>
          <a:p>
            <a:r>
              <a:rPr lang="en-US" altLang="ko-KR" b="1" dirty="0"/>
              <a:t>3.</a:t>
            </a:r>
            <a:r>
              <a:rPr lang="ko-KR" altLang="en-US" b="1" dirty="0" err="1"/>
              <a:t>버츄얼건축</a:t>
            </a:r>
            <a:endParaRPr lang="ko-KR" altLang="en-US" b="1" dirty="0"/>
          </a:p>
          <a:p>
            <a:endParaRPr lang="ko-KR" altLang="en-US" b="1" dirty="0"/>
          </a:p>
          <a:p>
            <a:r>
              <a:rPr lang="en-US" altLang="ko-KR" b="1" dirty="0"/>
              <a:t>4.https://github.com/Kimjunesung96/4grade9th</a:t>
            </a:r>
          </a:p>
          <a:p>
            <a:r>
              <a:rPr lang="en-US" altLang="ko-KR" b="1" dirty="0"/>
              <a:t>  https://github.com/Kimjunesung96/4grade9thWeb</a:t>
            </a:r>
          </a:p>
        </p:txBody>
      </p:sp>
    </p:spTree>
    <p:extLst>
      <p:ext uri="{BB962C8B-B14F-4D97-AF65-F5344CB8AC3E}">
        <p14:creationId xmlns:p14="http://schemas.microsoft.com/office/powerpoint/2010/main" val="4093945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16324-3850-B038-4858-0A2FAD54B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중간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9B70DB-03E0-81B2-40FB-6978AE112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9BCFF5A-2D72-BEBB-A0C4-F29C41CF9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7132"/>
            <a:ext cx="9994232" cy="561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639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973C1-3C36-F56E-DD0A-6A7BAF417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기말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DDC3773-E725-3D22-5D1B-044FC5D22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37125"/>
            <a:ext cx="6455278" cy="4641943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941D930-414D-4E02-101C-04892FB1A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674" y="2337125"/>
            <a:ext cx="5839326" cy="452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17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FA29BF-B0C8-A084-DB38-258A084BF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 ai </a:t>
            </a:r>
            <a:r>
              <a:rPr lang="ko-KR" altLang="en-US" dirty="0"/>
              <a:t>사용량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EA67C3-4BE5-DC5B-75A3-05FA299EC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코파일럿</a:t>
            </a:r>
            <a:r>
              <a:rPr lang="en-US" altLang="ko-KR" dirty="0"/>
              <a:t>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6196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AF57F4-4D97-E31E-049F-369B2EDD7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36958" cy="1325563"/>
          </a:xfrm>
        </p:spPr>
        <p:txBody>
          <a:bodyPr/>
          <a:lstStyle/>
          <a:p>
            <a:r>
              <a:rPr lang="en-US" altLang="ko-KR" dirty="0"/>
              <a:t>7.</a:t>
            </a:r>
            <a:r>
              <a:rPr lang="ko-KR" altLang="en-US" dirty="0" err="1"/>
              <a:t>커밋수</a:t>
            </a:r>
            <a:r>
              <a:rPr lang="ko-KR" altLang="en-US" dirty="0"/>
              <a:t> 중간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E07785-6C94-ECA3-626C-47CC144A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36958" cy="4351338"/>
          </a:xfrm>
        </p:spPr>
        <p:txBody>
          <a:bodyPr/>
          <a:lstStyle/>
          <a:p>
            <a:r>
              <a:rPr lang="en-US" altLang="ko-KR" dirty="0"/>
              <a:t>18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FA0A141-5BD8-513A-3C6D-5F037E3AC65E}"/>
              </a:ext>
            </a:extLst>
          </p:cNvPr>
          <p:cNvSpPr txBox="1">
            <a:spLocks/>
          </p:cNvSpPr>
          <p:nvPr/>
        </p:nvSpPr>
        <p:spPr>
          <a:xfrm>
            <a:off x="6096000" y="365125"/>
            <a:ext cx="493695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7</a:t>
            </a:r>
            <a:r>
              <a:rPr lang="en-US" altLang="ko-KR"/>
              <a:t>.</a:t>
            </a:r>
            <a:r>
              <a:rPr lang="ko-KR" altLang="en-US" dirty="0" err="1"/>
              <a:t>커밋수</a:t>
            </a:r>
            <a:r>
              <a:rPr lang="ko-KR" altLang="en-US" dirty="0"/>
              <a:t> 기말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9224F4A-B81A-289D-5FEE-9815245E4A56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9369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24+15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8898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D1E7D-F6B0-A7EA-C911-026E9E2F1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99A97-A58F-D0F2-04EF-BD247AAA8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36958" cy="1325563"/>
          </a:xfrm>
        </p:spPr>
        <p:txBody>
          <a:bodyPr/>
          <a:lstStyle/>
          <a:p>
            <a:r>
              <a:rPr lang="en-US" altLang="ko-KR" dirty="0"/>
              <a:t>7.</a:t>
            </a:r>
            <a:r>
              <a:rPr lang="ko-KR" altLang="en-US" dirty="0" err="1"/>
              <a:t>커밋수</a:t>
            </a:r>
            <a:r>
              <a:rPr lang="ko-KR" altLang="en-US" dirty="0"/>
              <a:t> 중간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B4BEDD-4FE3-78F6-946A-3B009ECCF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36958" cy="4351338"/>
          </a:xfrm>
        </p:spPr>
        <p:txBody>
          <a:bodyPr/>
          <a:lstStyle/>
          <a:p>
            <a:r>
              <a:rPr lang="en-US" altLang="ko-KR" dirty="0"/>
              <a:t>18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B5C3AA60-FE6E-0572-219D-DD473189CA8C}"/>
              </a:ext>
            </a:extLst>
          </p:cNvPr>
          <p:cNvSpPr txBox="1">
            <a:spLocks/>
          </p:cNvSpPr>
          <p:nvPr/>
        </p:nvSpPr>
        <p:spPr>
          <a:xfrm>
            <a:off x="6096000" y="365125"/>
            <a:ext cx="493695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7.</a:t>
            </a:r>
            <a:r>
              <a:rPr lang="ko-KR" altLang="en-US" dirty="0" err="1"/>
              <a:t>커밋수</a:t>
            </a:r>
            <a:r>
              <a:rPr lang="ko-KR" altLang="en-US" dirty="0"/>
              <a:t> 기말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93FC896-59C6-46CB-421F-9CF3F55FC001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9369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24+15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8764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1AE261-0BC5-BEB1-056D-CB5705D6F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53000" cy="1325563"/>
          </a:xfrm>
        </p:spPr>
        <p:txBody>
          <a:bodyPr/>
          <a:lstStyle/>
          <a:p>
            <a:r>
              <a:rPr lang="en-US" altLang="ko-KR" dirty="0"/>
              <a:t>8.</a:t>
            </a:r>
            <a:r>
              <a:rPr lang="ko-KR" altLang="en-US" dirty="0"/>
              <a:t>코드 작업량</a:t>
            </a:r>
            <a:r>
              <a:rPr lang="en-US" altLang="ko-KR" dirty="0"/>
              <a:t>-</a:t>
            </a:r>
            <a:r>
              <a:rPr lang="ko-KR" altLang="en-US" dirty="0" err="1"/>
              <a:t>추가줄수</a:t>
            </a:r>
            <a:r>
              <a:rPr lang="ko-KR" altLang="en-US" dirty="0"/>
              <a:t>  중간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569DC4-8E58-CF36-E3A8-6B85C03AA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53000" cy="4351338"/>
          </a:xfrm>
        </p:spPr>
        <p:txBody>
          <a:bodyPr/>
          <a:lstStyle/>
          <a:p>
            <a:r>
              <a:rPr lang="en-US" altLang="ko-KR" dirty="0"/>
              <a:t>12,342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A39EFE4F-FFB8-CB72-3ADE-51B67D94C0A7}"/>
              </a:ext>
            </a:extLst>
          </p:cNvPr>
          <p:cNvSpPr txBox="1">
            <a:spLocks/>
          </p:cNvSpPr>
          <p:nvPr/>
        </p:nvSpPr>
        <p:spPr>
          <a:xfrm>
            <a:off x="6096000" y="365125"/>
            <a:ext cx="4953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8.</a:t>
            </a:r>
            <a:r>
              <a:rPr lang="ko-KR" altLang="en-US" dirty="0"/>
              <a:t>코드 작업량</a:t>
            </a:r>
            <a:r>
              <a:rPr lang="en-US" altLang="ko-KR" dirty="0"/>
              <a:t>-</a:t>
            </a:r>
            <a:r>
              <a:rPr lang="ko-KR" altLang="en-US" dirty="0" err="1"/>
              <a:t>추가줄수</a:t>
            </a:r>
            <a:r>
              <a:rPr lang="ko-KR" altLang="en-US" dirty="0"/>
              <a:t>  기말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9AA2410-7631-FE42-2533-EDDB92EC21EF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953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491,970</a:t>
            </a:r>
          </a:p>
          <a:p>
            <a:r>
              <a:rPr lang="en-US" altLang="ko-KR" dirty="0"/>
              <a:t>10483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0653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64CCE-D987-97D9-A1C2-349ED29F2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48D750-EC6D-B27F-60CF-23FAEFFB4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53000" cy="1325563"/>
          </a:xfrm>
        </p:spPr>
        <p:txBody>
          <a:bodyPr/>
          <a:lstStyle/>
          <a:p>
            <a:r>
              <a:rPr lang="en-US" altLang="ko-KR" dirty="0"/>
              <a:t>9.</a:t>
            </a:r>
            <a:r>
              <a:rPr lang="ko-KR" altLang="en-US" dirty="0"/>
              <a:t>코드 작업량</a:t>
            </a:r>
            <a:r>
              <a:rPr lang="en-US" altLang="ko-KR" dirty="0"/>
              <a:t>-</a:t>
            </a:r>
            <a:r>
              <a:rPr lang="ko-KR" altLang="en-US" dirty="0" err="1"/>
              <a:t>추가줄수</a:t>
            </a:r>
            <a:r>
              <a:rPr lang="ko-KR" altLang="en-US" dirty="0"/>
              <a:t>  중간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43A624-87D0-DE27-A064-816B0336D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53000" cy="4351338"/>
          </a:xfrm>
        </p:spPr>
        <p:txBody>
          <a:bodyPr/>
          <a:lstStyle/>
          <a:p>
            <a:r>
              <a:rPr lang="en-US" altLang="ko-KR" dirty="0"/>
              <a:t>53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DC6BCBFF-7977-1294-7884-979636FB0DCA}"/>
              </a:ext>
            </a:extLst>
          </p:cNvPr>
          <p:cNvSpPr txBox="1">
            <a:spLocks/>
          </p:cNvSpPr>
          <p:nvPr/>
        </p:nvSpPr>
        <p:spPr>
          <a:xfrm>
            <a:off x="6096000" y="365125"/>
            <a:ext cx="4953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9.</a:t>
            </a:r>
            <a:r>
              <a:rPr lang="ko-KR" altLang="en-US" dirty="0"/>
              <a:t>코드 작업량</a:t>
            </a:r>
            <a:r>
              <a:rPr lang="en-US" altLang="ko-KR" dirty="0"/>
              <a:t>-</a:t>
            </a:r>
            <a:r>
              <a:rPr lang="ko-KR" altLang="en-US" dirty="0" err="1"/>
              <a:t>추가줄수</a:t>
            </a:r>
            <a:r>
              <a:rPr lang="ko-KR" altLang="en-US" dirty="0"/>
              <a:t>  기말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EFBE7A2-3651-1118-EA6F-5F8ACB0E6FFE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953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844</a:t>
            </a:r>
          </a:p>
          <a:p>
            <a:r>
              <a:rPr lang="en-US" altLang="ko-KR" dirty="0"/>
              <a:t>1233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4329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BE63E-FCE4-6CF8-9CF0-12D723712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28B841-7AC3-1DD7-7B6A-D60BF9F41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53000" cy="1325563"/>
          </a:xfrm>
        </p:spPr>
        <p:txBody>
          <a:bodyPr/>
          <a:lstStyle/>
          <a:p>
            <a:r>
              <a:rPr lang="en-US" altLang="ko-KR" dirty="0"/>
              <a:t>10.</a:t>
            </a:r>
            <a:r>
              <a:rPr lang="ko-KR" altLang="en-US" dirty="0" err="1"/>
              <a:t>막대수</a:t>
            </a:r>
            <a:r>
              <a:rPr lang="ko-KR" altLang="en-US" dirty="0"/>
              <a:t> 중간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40E38F-6830-E657-6D3C-06698B3F4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53000" cy="4351338"/>
          </a:xfrm>
        </p:spPr>
        <p:txBody>
          <a:bodyPr/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FBA290A-758D-F48B-24CD-92BEEB307790}"/>
              </a:ext>
            </a:extLst>
          </p:cNvPr>
          <p:cNvSpPr txBox="1">
            <a:spLocks/>
          </p:cNvSpPr>
          <p:nvPr/>
        </p:nvSpPr>
        <p:spPr>
          <a:xfrm>
            <a:off x="6096000" y="365125"/>
            <a:ext cx="4953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10.</a:t>
            </a:r>
            <a:r>
              <a:rPr lang="ko-KR" altLang="en-US" dirty="0" err="1"/>
              <a:t>막대수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05498DE-081D-BB8A-D21A-C86F3ADAC585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953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5</a:t>
            </a:r>
          </a:p>
          <a:p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9418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98</Words>
  <Application>Microsoft Office PowerPoint</Application>
  <PresentationFormat>와이드스크린</PresentationFormat>
  <Paragraphs>36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5중간</vt:lpstr>
      <vt:lpstr>5기말</vt:lpstr>
      <vt:lpstr>6 ai 사용량</vt:lpstr>
      <vt:lpstr>7.커밋수 중간</vt:lpstr>
      <vt:lpstr>7.커밋수 중간</vt:lpstr>
      <vt:lpstr>8.코드 작업량-추가줄수  중간</vt:lpstr>
      <vt:lpstr>9.코드 작업량-추가줄수  중간</vt:lpstr>
      <vt:lpstr>10.막대수 중간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준성 김</dc:creator>
  <cp:lastModifiedBy>준성 김</cp:lastModifiedBy>
  <cp:revision>9</cp:revision>
  <dcterms:created xsi:type="dcterms:W3CDTF">2026-04-05T16:42:23Z</dcterms:created>
  <dcterms:modified xsi:type="dcterms:W3CDTF">2026-06-08T10:17:34Z</dcterms:modified>
</cp:coreProperties>
</file>