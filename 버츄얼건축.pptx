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8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6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6DA8A969-0319-4976-99F5-86E77764F35B}">
          <p14:sldIdLst>
            <p14:sldId id="256"/>
            <p14:sldId id="257"/>
            <p14:sldId id="258"/>
            <p14:sldId id="259"/>
            <p14:sldId id="260"/>
            <p14:sldId id="268"/>
            <p14:sldId id="262"/>
            <p14:sldId id="263"/>
            <p14:sldId id="264"/>
            <p14:sldId id="265"/>
            <p14:sldId id="266"/>
            <p14:sldId id="267"/>
            <p14:sldId id="269"/>
            <p14:sldId id="270"/>
            <p14:sldId id="271"/>
            <p14:sldId id="272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28F66-3D4F-4C9B-8859-7DD0053D60B3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FD92E8-1A65-42B6-8261-8CFC9147DA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267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FD92E8-1A65-42B6-8261-8CFC9147DA5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717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4470D-2DEE-0BE3-4F54-9653B4FB0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069D18B-C48D-5D15-C398-8FA5BAD27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434AF0-6A33-5C8A-E6A0-445061C9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C064C1-402D-1C83-2288-874A46C69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BFA25C-12A3-F1E3-4D1A-65361AB29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1657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2524A4-E67A-2371-137A-8893364B2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A7BAAB-D656-6C73-DDE7-E9477C11A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B46D26-4A17-C398-0D0E-2C79E6C1B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319F32-FB2C-6788-1155-4F7F2782B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B29ABB-6979-D625-0B68-0EFBE506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801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BC739A-5DE6-74C2-35F7-B55E75CC9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8DC8F1-6856-64E6-B742-6E077B759A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E8954-E426-46C8-284F-1B2E755E6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BD29F8-3128-C7FE-BC78-20366D26D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121651-3BA2-2CE8-B564-8DFE5401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056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28ADD4-F807-DFAA-E389-4F71384B4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EB332-CC32-CB42-C1D8-8D4066A56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53A730-0D4E-D182-3610-56A884CD2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10031F-3C5A-5C3A-82F8-2197A2257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542502-8360-6D98-7F3E-77C0BBA6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DEDC58-E99F-031F-059A-D535E18E5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56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B350C-35C0-0341-5828-7EA7A4C19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17B4-1911-DB45-0E1D-F0CAD2F3F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7D21433-CE1F-1EF0-51D5-25FA42AFA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3A68EC5-10CA-0DD8-EA70-4DA811EFB0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17602E4-70C9-8BF9-8E3B-2177C18F56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1ADD04E-7EBD-AE81-B253-E79AAA9E5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1D3826-B8AF-1DD7-18C0-E1F02A6EA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84A61DA-72FA-2EB2-3039-F2A2BA342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48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79F34-EDE1-9344-FA75-6794CC7B7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124EFDF-CB2E-B6D3-EA3D-D296D3570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D8503CE-D47C-4CC0-34E4-D7CCFF0D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C2197E-D9D0-1C75-75FC-D2F218AA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276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F3F241-87F3-2205-CBDE-843AF55E1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6ED539-4269-D36C-8037-7B0276C34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7C43A4-1E63-C3F2-45CB-897518143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037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83ED0-D21D-9696-303D-B76E3DFB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C84014-5A95-A5E4-7CFE-D4B4BAD1B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D72EB1F-F810-D9C1-BD98-110110D16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556DE3-2A7C-760B-71B2-4888FF37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D19D17-B904-3AF7-8585-12E6D342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E453AE-0BA9-89D0-17DD-1D315F0E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11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BE7A81-25A0-689B-85DA-6F79122FC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5BA2AF5-2362-3090-338A-553B5B0CBC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CD9497-A5D9-FA57-D50C-BF3D689D1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17CC0B-BD94-E58C-3633-BD6DB1A30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0CE34E-8E2F-BAD9-A4D5-2481CBCD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63097E-E68A-6003-B410-F4C1C955C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62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67D5FE-FB66-3CBB-D1FC-B806A4D1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B8C720-E081-10F3-4534-AA7CB588C8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1F821C-4311-91EA-1A38-8C950EFD9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A56846-6545-EF0A-BA73-92A2ACD5A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CE204B-52FD-109C-A4A9-8CCA98C0B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07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14E31BA-C5E8-1F06-D0BA-D81A8DCA0F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7EE1E2-66AE-CCE2-8E3D-46E91DC64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214643-BAAA-DB7D-C952-133271DCC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F91C9-86DB-2652-36C2-3CF0B98C8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4D6236D-FCBC-2411-4755-F3A7001D4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017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CAFF989-6DF9-330C-305A-AA5767FAF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935C40-EE3D-D936-532D-ED168DD0E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2A66BB-0EFC-D272-F61F-B870910BF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DA93F-FC68-446D-9DD8-2780C7D45AB2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6C4989-E591-B7B4-1EDE-AD8E53FDA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0ACDCC-2D55-45F4-1681-7CDE0B292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73B57-4FAF-4771-8EF6-50D6B250BA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009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aH3odFUrHu4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31F40C-C147-E282-A211-62FD8343D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64525"/>
            <a:ext cx="9144000" cy="2258705"/>
          </a:xfrm>
          <a:noFill/>
        </p:spPr>
        <p:txBody>
          <a:bodyPr>
            <a:normAutofit/>
          </a:bodyPr>
          <a:lstStyle/>
          <a:p>
            <a:r>
              <a:rPr lang="ko-KR" altLang="en-US" dirty="0"/>
              <a:t> </a:t>
            </a:r>
            <a:r>
              <a:rPr lang="ko-KR" altLang="en-US" dirty="0" err="1"/>
              <a:t>팀버츄얼건축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882DF2-0938-91C0-34ED-46F04E8635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20263600</a:t>
            </a:r>
            <a:r>
              <a:rPr lang="ko-KR" altLang="en-US" dirty="0"/>
              <a:t>김준성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99A40BD-20B4-4073-B28C-1E0DF8461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3884"/>
            <a:ext cx="12192000" cy="6905767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8FFE12AD-0934-449B-68BC-4E35654B48E2}"/>
              </a:ext>
            </a:extLst>
          </p:cNvPr>
          <p:cNvSpPr txBox="1">
            <a:spLocks/>
          </p:cNvSpPr>
          <p:nvPr/>
        </p:nvSpPr>
        <p:spPr>
          <a:xfrm>
            <a:off x="2427028" y="2329612"/>
            <a:ext cx="7331121" cy="1519057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7200" dirty="0">
                <a:solidFill>
                  <a:schemeClr val="bg1"/>
                </a:solidFill>
              </a:rPr>
              <a:t>Virtual</a:t>
            </a:r>
            <a:r>
              <a:rPr lang="en-US" altLang="ko-KR" sz="7200" dirty="0">
                <a:solidFill>
                  <a:srgbClr val="00B0F0"/>
                </a:solidFill>
              </a:rPr>
              <a:t> Construct</a:t>
            </a:r>
            <a:endParaRPr lang="ko-KR" altLang="en-US" sz="7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16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79087D-3012-8776-66A0-266CCC47C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7A237A-6821-2D01-62B2-8554334A86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542759-17D0-3321-E21E-3DFDB3978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77BF3A0-B6D3-E6B8-A1A9-0169BC25A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7988"/>
            <a:ext cx="2255715" cy="96782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0633963-2D84-528C-6931-072EE409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720" y="118675"/>
            <a:ext cx="2255715" cy="967824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5FD12544-580C-2837-3044-9251ABA6AB4C}"/>
              </a:ext>
            </a:extLst>
          </p:cNvPr>
          <p:cNvSpPr txBox="1">
            <a:spLocks/>
          </p:cNvSpPr>
          <p:nvPr/>
        </p:nvSpPr>
        <p:spPr>
          <a:xfrm>
            <a:off x="489046" y="118675"/>
            <a:ext cx="1983475" cy="2464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Virtual Construct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440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24BA7-9CDC-3CB1-0BA8-9E04DE994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98E5E1-CA2E-9906-4B80-C5C6A8DD5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948A1DB-FEF4-B5CE-55EA-D6CA096E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C6CF302-07D6-B466-FD79-2CD27775B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7988"/>
            <a:ext cx="2255715" cy="9678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C007E4A-5160-54B6-AF66-5F019EC3CF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20" y="118675"/>
            <a:ext cx="2255715" cy="967824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00CD59B-C7E6-1ED0-891F-AA7ADC7067CD}"/>
              </a:ext>
            </a:extLst>
          </p:cNvPr>
          <p:cNvSpPr txBox="1">
            <a:spLocks/>
          </p:cNvSpPr>
          <p:nvPr/>
        </p:nvSpPr>
        <p:spPr>
          <a:xfrm>
            <a:off x="489046" y="118675"/>
            <a:ext cx="1983475" cy="2464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Virtual Construct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250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E8B4D-C617-6D8D-A448-7B90A009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D2FD6B-151E-0271-CA50-19D63E008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0F9889-44AF-739D-CF42-BB6AE2936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4593FB93-E398-E6A4-3013-6DA8BFC3B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7988"/>
            <a:ext cx="2255715" cy="9678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551D2C6-81CC-51C7-01C6-F4553856A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720" y="118675"/>
            <a:ext cx="2255715" cy="967824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5CDE23E8-AAC9-2111-2D96-99EAB1AE083E}"/>
              </a:ext>
            </a:extLst>
          </p:cNvPr>
          <p:cNvSpPr txBox="1">
            <a:spLocks/>
          </p:cNvSpPr>
          <p:nvPr/>
        </p:nvSpPr>
        <p:spPr>
          <a:xfrm>
            <a:off x="489046" y="118675"/>
            <a:ext cx="1983475" cy="2464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Virtual Construct</a:t>
            </a:r>
            <a:endParaRPr lang="ko-KR" altLang="en-US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9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5309D-8C58-3CCF-475C-FCCA8AA4F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69F777-54BC-171E-D82A-7E8A24524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AA7966-4048-B29F-8071-445148CAE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C6BAC5F-7205-A539-1BFA-8DB9EB774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6066" y="4368389"/>
            <a:ext cx="7331242" cy="139936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5C4A851-2AEA-8AB4-BE45-89FFBF7E1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5906536"/>
            <a:ext cx="2072640" cy="8892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63D5582-CD48-C513-2CFB-52C862783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20" y="118675"/>
            <a:ext cx="2255715" cy="967824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D0D89F86-B86F-0BA7-A46A-C9009E7098EA}"/>
              </a:ext>
            </a:extLst>
          </p:cNvPr>
          <p:cNvSpPr txBox="1">
            <a:spLocks/>
          </p:cNvSpPr>
          <p:nvPr/>
        </p:nvSpPr>
        <p:spPr>
          <a:xfrm>
            <a:off x="489046" y="118675"/>
            <a:ext cx="1983475" cy="2464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Virtual Construct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81CB29-D867-0DF1-E593-5580C6535F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2558094"/>
            <a:ext cx="2072640" cy="24614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49E039E-B9C6-FEDD-9430-356977AC5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093203"/>
            <a:ext cx="2072640" cy="24614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7C444BB-A154-00B8-34E4-1E0B55C7F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0" y="3536710"/>
            <a:ext cx="2072640" cy="194715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900F3C88-141D-65E9-E809-E7C2B1D5F05A}"/>
              </a:ext>
            </a:extLst>
          </p:cNvPr>
          <p:cNvSpPr txBox="1">
            <a:spLocks/>
          </p:cNvSpPr>
          <p:nvPr/>
        </p:nvSpPr>
        <p:spPr>
          <a:xfrm>
            <a:off x="9995491" y="2383163"/>
            <a:ext cx="1840171" cy="21336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800" b="1" dirty="0">
                <a:solidFill>
                  <a:schemeClr val="bg1">
                    <a:lumMod val="65000"/>
                  </a:schemeClr>
                </a:solidFill>
              </a:rPr>
              <a:t>진행중 </a:t>
            </a:r>
            <a:r>
              <a:rPr lang="en-US" altLang="ko-KR" sz="800" b="1" dirty="0">
                <a:solidFill>
                  <a:schemeClr val="bg1">
                    <a:lumMod val="65000"/>
                  </a:schemeClr>
                </a:solidFill>
              </a:rPr>
              <a:t>(80%)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257957EA-14F5-D049-1B25-1729791F9A81}"/>
              </a:ext>
            </a:extLst>
          </p:cNvPr>
          <p:cNvSpPr txBox="1">
            <a:spLocks/>
          </p:cNvSpPr>
          <p:nvPr/>
        </p:nvSpPr>
        <p:spPr>
          <a:xfrm>
            <a:off x="9995491" y="2879842"/>
            <a:ext cx="1840171" cy="21336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800" b="1" dirty="0">
                <a:solidFill>
                  <a:srgbClr val="00B0F0"/>
                </a:solidFill>
              </a:rPr>
              <a:t>진행중 </a:t>
            </a:r>
            <a:r>
              <a:rPr lang="en-US" altLang="ko-KR" sz="800" b="1" dirty="0">
                <a:solidFill>
                  <a:srgbClr val="00B0F0"/>
                </a:solidFill>
              </a:rPr>
              <a:t>(80%)</a:t>
            </a:r>
            <a:endParaRPr lang="ko-KR" altLang="en-US" sz="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367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DC841B-34ED-FA0C-C2CF-2572D47C1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F75CB4-F272-92CA-42E8-BFFDF16E1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38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C366F5FB-E0EB-2978-A982-9399A47CCA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065" y="1253331"/>
            <a:ext cx="5413476" cy="5413476"/>
          </a:xfrm>
        </p:spPr>
      </p:pic>
    </p:spTree>
    <p:extLst>
      <p:ext uri="{BB962C8B-B14F-4D97-AF65-F5344CB8AC3E}">
        <p14:creationId xmlns:p14="http://schemas.microsoft.com/office/powerpoint/2010/main" val="1575932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198E4-BCAF-3A4B-C00E-424A3D678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29F525-4273-4C9A-AF02-3A369A7F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6D016B-9A5F-2A47-2DAA-4F7E006FD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356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BECF1E-8C66-AB14-4850-F48A61FCF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35066-7EB2-8CB1-65FD-73234B40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C4B077-5A13-D2B5-95DD-821A1123A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9783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80CED4-A185-09AC-F4F1-78E9E3A0C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4442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BE52AC-C473-CEA0-3629-0D5D31993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847C4-47A2-9422-24BC-430EABED6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4D202D-1B6E-5239-4B02-D53638A4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5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3976D-4CE7-96B7-8298-BE971534A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F9E4D8-B0D0-649A-2EBB-6353785D1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762ADD-6422-A6F4-1F7F-6D72D110D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6267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3982C1-78C2-7D96-79ED-E49F4B7BF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8780A-0735-0CEF-285B-2F9F2E42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2313C8-E66D-8A8F-B979-5A8EE50B7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11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7133E-3CB9-A2CB-8463-916A6847E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20FB3A-0AEC-4BBF-4678-E4A597C22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96FE70-BDC7-B940-A4A9-E95978134A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820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FC20A-3076-19B7-7DD5-7D4BD33C2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FAD94-3C1C-32D7-35D1-E2350F955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58434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D055B-4FF2-4724-809A-944272722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BDE7DB-ED56-3C6A-5236-F99924487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7517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CA6FA-B501-02B9-E56B-8B62E2E75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547E89-7A49-C270-078B-780B6C34AA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C9FF87-C54E-C233-848C-E5D038913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D5C3BBD-438A-14C3-277F-3086DACA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710" y="642012"/>
            <a:ext cx="9671468" cy="5573975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B534EBB-D519-A88A-228C-A40660B81504}"/>
              </a:ext>
            </a:extLst>
          </p:cNvPr>
          <p:cNvSpPr txBox="1">
            <a:spLocks/>
          </p:cNvSpPr>
          <p:nvPr/>
        </p:nvSpPr>
        <p:spPr>
          <a:xfrm>
            <a:off x="4287672" y="4411473"/>
            <a:ext cx="1983475" cy="61090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rgbClr val="00B0F0"/>
                </a:solidFill>
              </a:rPr>
              <a:t>김준성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165530A9-C718-294C-28ED-4212BFF8C368}"/>
              </a:ext>
            </a:extLst>
          </p:cNvPr>
          <p:cNvSpPr txBox="1">
            <a:spLocks/>
          </p:cNvSpPr>
          <p:nvPr/>
        </p:nvSpPr>
        <p:spPr>
          <a:xfrm>
            <a:off x="8598091" y="4465731"/>
            <a:ext cx="1983475" cy="58198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>
                <a:solidFill>
                  <a:srgbClr val="00B0F0"/>
                </a:solidFill>
              </a:rPr>
              <a:t>김준성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42830A-D8AE-E2D8-04FA-A8609DB21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27988"/>
            <a:ext cx="2255715" cy="967824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1C1655-9DE9-A5C6-D5E6-C71496364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7720" y="118675"/>
            <a:ext cx="2255715" cy="413588"/>
          </a:xfrm>
          <a:prstGeom prst="rect">
            <a:avLst/>
          </a:prstGeom>
        </p:spPr>
      </p:pic>
      <p:sp>
        <p:nvSpPr>
          <p:cNvPr id="11" name="제목 1">
            <a:extLst>
              <a:ext uri="{FF2B5EF4-FFF2-40B4-BE49-F238E27FC236}">
                <a16:creationId xmlns:a16="http://schemas.microsoft.com/office/drawing/2014/main" id="{34B0D265-CAAE-5E60-C6AE-DE145511222E}"/>
              </a:ext>
            </a:extLst>
          </p:cNvPr>
          <p:cNvSpPr txBox="1">
            <a:spLocks/>
          </p:cNvSpPr>
          <p:nvPr/>
        </p:nvSpPr>
        <p:spPr>
          <a:xfrm>
            <a:off x="489046" y="118675"/>
            <a:ext cx="1983475" cy="246449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>
                <a:solidFill>
                  <a:srgbClr val="00B0F0"/>
                </a:solidFill>
              </a:rPr>
              <a:t>Virtual Construct</a:t>
            </a:r>
            <a:endParaRPr lang="ko-KR" altLang="en-US" dirty="0">
              <a:solidFill>
                <a:srgbClr val="00B0F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097C5E9-7040-3878-ECDC-2763B06EF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1032" y="5302520"/>
            <a:ext cx="2255715" cy="525468"/>
          </a:xfrm>
          <a:prstGeom prst="rect">
            <a:avLst/>
          </a:prstGeom>
        </p:spPr>
      </p:pic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1C80398-9D4E-1319-A956-E90FD9743E0D}"/>
              </a:ext>
            </a:extLst>
          </p:cNvPr>
          <p:cNvSpPr txBox="1">
            <a:spLocks/>
          </p:cNvSpPr>
          <p:nvPr/>
        </p:nvSpPr>
        <p:spPr>
          <a:xfrm>
            <a:off x="3846095" y="6311900"/>
            <a:ext cx="5526505" cy="5325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>
                <a:hlinkClick r:id="rId5"/>
              </a:rPr>
              <a:t>https://youtu.be/aH3odFUrHu4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0544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34</Words>
  <Application>Microsoft Office PowerPoint</Application>
  <PresentationFormat>와이드스크린</PresentationFormat>
  <Paragraphs>14</Paragraphs>
  <Slides>17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 팀버츄얼건축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준성 김</dc:creator>
  <cp:lastModifiedBy>준성 김</cp:lastModifiedBy>
  <cp:revision>18</cp:revision>
  <dcterms:created xsi:type="dcterms:W3CDTF">2026-05-30T08:08:23Z</dcterms:created>
  <dcterms:modified xsi:type="dcterms:W3CDTF">2026-05-31T05:49:29Z</dcterms:modified>
</cp:coreProperties>
</file>