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10FFAD-2AB8-4DAD-A9B0-235D42FA17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0FFC9F-A312-1DAA-E502-0F6005945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22167D-D97A-8057-19AC-F056051FB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3D397-5FB2-DA24-59F7-BB55628D5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36515B-F014-9C3A-EF5E-09C4BCC3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0431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FB7EE2-0943-1CB7-71C1-90EF003E9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951D1D-771D-99D1-89E6-18A7CBEC9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1DE68F-EEF6-587E-04C1-54B482B06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174B16-79F7-055E-A228-D764B1B3D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3289D6-20F8-01DD-5AEE-8A673FE7E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615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F09D67-28EB-2951-75D1-84BDDD1BF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212032-6A8B-F9B8-FA76-8E68A63FD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9C0806C-9CFC-3E64-CAC3-E4A2FE716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73F3A0-29E5-FB33-4D34-D97EA37D0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213195-98F7-0F11-CF50-263605051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33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3625F4-FA09-615C-D267-9D8F8BCF5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932BE3-5381-6062-2DA3-4C13BF682B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A969B8-2A8C-7D78-CA87-1447E9CB7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239531-5E53-41F1-8974-584A9C03D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127785-0813-994F-6CDA-397E6601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D8A79D6-D709-23CA-4E09-11FD381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9666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19FCD-AE4F-91A0-479E-4F79017F5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BF05E6-BF04-9A81-3944-05CD67654E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B6AA76-299B-D84F-3F2C-803513A96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4F321CF-7CC4-0ACF-DB21-7892861C1A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A687DB-B8FE-D6A0-26F0-3C0E918F82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C2303E6-E3FB-222E-D0B6-43F188296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0EE061-0EE3-CB22-E363-D07B50EFA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5F7FB33-2BA8-43D6-9173-B0077258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140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1CC13C-A097-D804-A196-4D5378D02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A5090D-7225-6014-721A-1A9C64CC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00F724-00B1-7E85-33B4-9DCA11D87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60A85B-5D2E-61DB-ED9E-3711BD2B6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514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3C77F07-A1A7-21F3-5B24-B940B8C50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7ABF4B5-2F6F-EBAE-18B6-54D2EB671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F6F8CB-5401-C26E-BA21-CEE784EAC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0975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942231-B541-36BB-1501-459BA3D8E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F82C4A-522C-FCDA-A83D-112AEEF3A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B0007B2-4E62-570D-EE90-8E7E06100D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9ECA761-DFFB-F0D8-F96A-CCA79A6E2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2FD8-3EB9-376A-43FA-C6E69B6C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5674F4-DEB9-7466-A603-B143B7B22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2356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DB3AB6-162C-EF09-3267-9F77BEE89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8E674CE-877D-FA2E-D699-656DF19B10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18E9D5-E0F3-D0C6-4F33-012649706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88A030-306C-F214-7FDA-0A622E4B0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086BB9-9E07-5C2E-C84A-91D633779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1767FE-BC30-D3CA-61AF-EB612A833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7463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2E3CE-AB73-95F1-5C79-B8C7D3105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983B9D-EEA3-5AFA-D8F6-6B52A23D31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DBEBBB-2D04-B78C-DAA1-A43F7A4B4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D00FAD-58CC-4725-09CE-DD25D864A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A17B1E-D54F-E561-BCA5-94F48BF7B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89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BEF52D4-E177-A87C-7EA5-DA16A5DDA0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B394A7-1F8A-D89A-A39B-B667FD1E8D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0EBC0F-6B8C-D2A9-BAE2-7C56BE003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485D65-1EE5-056D-9231-DB7A23EC3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4CEDC6-633E-2B3F-8770-77B78B3B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89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B4D833A-44A3-FA13-1639-4C2BFE88F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7B878E-5575-1185-8330-CE9E48F2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90C7AA-7907-74D3-D1D8-F607FD8C04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37E61-8EDA-409B-9C9E-36594CA54884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14A3EB-2390-4BC5-02CF-E3D0B57A59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6A97A4-7CA6-0D0D-E24C-EE6C5387B6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94223D-53F5-4CCB-BE69-2D799F973B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0990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2528-20EF-F261-D4F5-6EF38EA44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6C371C-3F9B-83A0-7F04-0A824B50FC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682A5E-CE44-5A31-634E-A12B2E9D0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39311" y="0"/>
            <a:ext cx="148706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4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2528-20EF-F261-D4F5-6EF38EA44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6C371C-3F9B-83A0-7F04-0A824B50FC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4CA661-72D8-3558-9054-791CEC67D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94286" y="0"/>
            <a:ext cx="147805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43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2528-20EF-F261-D4F5-6EF38EA44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6C371C-3F9B-83A0-7F04-0A824B50FC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1B11FE5-0361-B454-CE03-FC1F094D6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39311" y="0"/>
            <a:ext cx="148706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161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2528-20EF-F261-D4F5-6EF38EA44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6C371C-3F9B-83A0-7F04-0A824B50FC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A15C2E-4F84-DE4A-D3B0-618B446EF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723" y="0"/>
            <a:ext cx="148874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6528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2528-20EF-F261-D4F5-6EF38EA44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6C371C-3F9B-83A0-7F04-0A824B50FC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7C330BB-9BF0-08DC-E6F1-EABF124BA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30920" y="0"/>
            <a:ext cx="148538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469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2528-20EF-F261-D4F5-6EF38EA44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6C371C-3F9B-83A0-7F04-0A824B50FC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2C58E12-C154-2F4E-2E54-EB72A9752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64602" y="0"/>
            <a:ext cx="149212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337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2528-20EF-F261-D4F5-6EF38EA44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6C371C-3F9B-83A0-7F04-0A824B50FC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CF5E01-7E14-ABBB-D23A-B2FAF74B8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4935200" cy="6895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5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F2528-20EF-F261-D4F5-6EF38EA44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6C371C-3F9B-83A0-7F04-0A824B50FC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5564C0-DBFB-00CD-AE5F-4FEA29FA9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56153" y="0"/>
            <a:ext cx="14904305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A0A2AF4-8405-44A9-E2B7-E23CE7D36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pic>
        <p:nvPicPr>
          <p:cNvPr id="9" name="그림 8" descr="평면도, 도표, 지도, 기술 도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DDC8C28-CF6B-9F44-6D46-155578D2F6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808" y="51916"/>
            <a:ext cx="10812384" cy="675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1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AE5E1-2925-E895-BE8A-8AB11A83C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 descr="스크린샷, 텍스트, 멀티미디어 소프트웨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9F12C09-68C9-A6E0-DF19-181270520C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6943" cy="6858000"/>
          </a:xfrm>
        </p:spPr>
      </p:pic>
    </p:spTree>
    <p:extLst>
      <p:ext uri="{BB962C8B-B14F-4D97-AF65-F5344CB8AC3E}">
        <p14:creationId xmlns:p14="http://schemas.microsoft.com/office/powerpoint/2010/main" val="3351646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8E5EA-3E8E-511E-CBEC-7B32059AB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 descr="텍스트, 스크린샷, 멀티미디어 소프트웨어, 그래픽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57C66F4-49CE-961B-633A-8CC6BDA2C6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0306" y="-115470"/>
            <a:ext cx="12402306" cy="6973470"/>
          </a:xfrm>
        </p:spPr>
      </p:pic>
    </p:spTree>
    <p:extLst>
      <p:ext uri="{BB962C8B-B14F-4D97-AF65-F5344CB8AC3E}">
        <p14:creationId xmlns:p14="http://schemas.microsoft.com/office/powerpoint/2010/main" val="1700064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13382A-51F4-573F-3647-2BC8AD724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 descr="스크린샷, 텍스트, 멀티미디어 소프트웨어, 그래픽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4BDFD98-A6E3-E6D2-26F1-5F68D15DC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6943" cy="6858000"/>
          </a:xfrm>
        </p:spPr>
      </p:pic>
    </p:spTree>
    <p:extLst>
      <p:ext uri="{BB962C8B-B14F-4D97-AF65-F5344CB8AC3E}">
        <p14:creationId xmlns:p14="http://schemas.microsoft.com/office/powerpoint/2010/main" val="1050581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45A2C-71AF-B921-9CF4-C23A04EC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 descr="스크린샷, 텍스트, 멀티미디어 소프트웨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3719A38-76C8-7337-4C8A-083171D375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6943" cy="6858000"/>
          </a:xfrm>
        </p:spPr>
      </p:pic>
    </p:spTree>
    <p:extLst>
      <p:ext uri="{BB962C8B-B14F-4D97-AF65-F5344CB8AC3E}">
        <p14:creationId xmlns:p14="http://schemas.microsoft.com/office/powerpoint/2010/main" val="9585196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0</Words>
  <Application>Microsoft Office PowerPoint</Application>
  <PresentationFormat>와이드스크린</PresentationFormat>
  <Paragraphs>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211</dc:creator>
  <cp:lastModifiedBy>211</cp:lastModifiedBy>
  <cp:revision>4</cp:revision>
  <dcterms:created xsi:type="dcterms:W3CDTF">2026-04-28T10:07:32Z</dcterms:created>
  <dcterms:modified xsi:type="dcterms:W3CDTF">2026-04-28T11:26:08Z</dcterms:modified>
</cp:coreProperties>
</file>