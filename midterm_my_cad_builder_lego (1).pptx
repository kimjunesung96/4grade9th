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76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작품 소개. 개인 프로젝트로 기획부터 웹, AI 변환 서버, Unity 연동·구조 시뮬레이션까지 혼자 개발했다는 점을 먼저 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웹 설계, 사진 기반 3D 변환, Unity 구조 테스트가 데이터로 이어진다는 점이 핵심. 아래 아이콘은 사용한 기술(React, Three.js, FastAPI, Python, TripoSR, Unity).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2분 · 실시간 시연] 블록 배치 → 3D 미리보기 → 내보내기. 실제 화면 캡처로 교체하기.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2분 · 변환이 오래 걸리면 사전 녹화 영상 사용] 실제 건축 내부 구조까지 정확히 복원한다고 말하지 않기.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2분] 불러온 구조물에 하중·진동·충격 테스트. 블록 색상 변화로 취약 영역 보여주기. 시뮬레이션이 실제 안전성을 보증한다고 표현하지 않기.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실제로 동작하는 범위만 시연. 보강 효과는 실제 전후 결과를 확인한 뒤에만 설명하기.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현재 구현된 것과 앞으로 보완할 것을 명확히 구분. 혼자 전체 과정을 구현했다는 점으로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8412480" cy="95097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cover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8640"/>
            <a:ext cx="8229600" cy="1956816"/>
          </a:xfrm>
          <a:prstGeom prst="rect">
            <a:avLst/>
          </a:prstGeom>
        </p:spPr>
      </p:pic>
      <p:pic>
        <p:nvPicPr>
          <p:cNvPr id="3" name="Image 1" descr="/home/claude/img/block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154680"/>
            <a:ext cx="2194560" cy="14630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868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졸업작품 중간발표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사진 한 장으로 만드는 3D 블록 건축물과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구조 안전성 시뮬레이션·자동 보강 시스템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My CAD Builder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팀 버츄얼건축  |  김준성  |  지도교수 이희진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하나의 흐름으로 연결된 시스템</a:t>
            </a:r>
            <a:endParaRPr lang="en-US" sz="2600" dirty="0"/>
          </a:p>
        </p:txBody>
      </p:sp>
      <p:pic>
        <p:nvPicPr>
          <p:cNvPr id="4" name="단계1" descr="/home/claude/img/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1444752" cy="16824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  입력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0574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웹 블록 설계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또는 건축물 사진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947672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▶</a:t>
            </a:r>
            <a:endParaRPr lang="en-US" sz="1200" dirty="0"/>
          </a:p>
        </p:txBody>
      </p:sp>
      <p:pic>
        <p:nvPicPr>
          <p:cNvPr id="8" name="단계2" descr="/home/claude/img/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1280160"/>
            <a:ext cx="1444752" cy="16824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76272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  AI 3D 변환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2221992" y="20574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사진 → 3D 형상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 블록 데이터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3621024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▶</a:t>
            </a:r>
            <a:endParaRPr lang="en-US" sz="1200" dirty="0"/>
          </a:p>
        </p:txBody>
      </p:sp>
      <p:pic>
        <p:nvPicPr>
          <p:cNvPr id="12" name="단계3" descr="/home/claude/img/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1280160"/>
            <a:ext cx="1444752" cy="16824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849624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  웹 확인·편집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3895344" y="20574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3D 미리보기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내보내기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5294376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▶</a:t>
            </a:r>
            <a:endParaRPr lang="en-US" sz="1200" dirty="0"/>
          </a:p>
        </p:txBody>
      </p:sp>
      <p:pic>
        <p:nvPicPr>
          <p:cNvPr id="16" name="단계4" descr="/home/claude/img/ste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1280160"/>
            <a:ext cx="1444752" cy="16824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522976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  Unity 테스트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568696" y="20574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하중 · 진동 · 충격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967728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▶</a:t>
            </a:r>
            <a:endParaRPr lang="en-US" sz="1200" dirty="0"/>
          </a:p>
        </p:txBody>
      </p:sp>
      <p:pic>
        <p:nvPicPr>
          <p:cNvPr id="20" name="단계5" descr="/home/claude/img/ste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1280160"/>
            <a:ext cx="1444752" cy="16824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96328" y="153619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  위험영역·보강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7242048" y="20574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색상으로 확인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취약 블록 보강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502920" y="3154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웹 설계 · 사진 기반 3D 변환 · Unity 구조 테스트를 직접 연결</a:t>
            </a:r>
            <a:endParaRPr lang="en-US" sz="1800" dirty="0"/>
          </a:p>
        </p:txBody>
      </p:sp>
      <p:pic>
        <p:nvPicPr>
          <p:cNvPr id="24" name="기술 타일 react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57600"/>
            <a:ext cx="1005840" cy="996696"/>
          </a:xfrm>
          <a:prstGeom prst="rect">
            <a:avLst/>
          </a:prstGeom>
        </p:spPr>
      </p:pic>
      <p:pic>
        <p:nvPicPr>
          <p:cNvPr id="25" name="Image 6" descr="rea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904488"/>
            <a:ext cx="640080" cy="640080"/>
          </a:xfrm>
          <a:prstGeom prst="rect">
            <a:avLst/>
          </a:prstGeom>
        </p:spPr>
      </p:pic>
      <p:pic>
        <p:nvPicPr>
          <p:cNvPr id="26" name="기술 타일 threejs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976" y="3657600"/>
            <a:ext cx="1005840" cy="996696"/>
          </a:xfrm>
          <a:prstGeom prst="rect">
            <a:avLst/>
          </a:prstGeom>
        </p:spPr>
      </p:pic>
      <p:pic>
        <p:nvPicPr>
          <p:cNvPr id="27" name="Image 8" descr="threej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6856" y="3904488"/>
            <a:ext cx="640080" cy="640080"/>
          </a:xfrm>
          <a:prstGeom prst="rect">
            <a:avLst/>
          </a:prstGeom>
        </p:spPr>
      </p:pic>
      <p:pic>
        <p:nvPicPr>
          <p:cNvPr id="28" name="기술 타일 fastapi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657600"/>
            <a:ext cx="1005840" cy="996696"/>
          </a:xfrm>
          <a:prstGeom prst="rect">
            <a:avLst/>
          </a:prstGeom>
        </p:spPr>
      </p:pic>
      <p:pic>
        <p:nvPicPr>
          <p:cNvPr id="29" name="Image 10" descr="fastap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3904488"/>
            <a:ext cx="640080" cy="640080"/>
          </a:xfrm>
          <a:prstGeom prst="rect">
            <a:avLst/>
          </a:prstGeom>
        </p:spPr>
      </p:pic>
      <p:pic>
        <p:nvPicPr>
          <p:cNvPr id="30" name="기술 타일 python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657600"/>
            <a:ext cx="1005840" cy="996696"/>
          </a:xfrm>
          <a:prstGeom prst="rect">
            <a:avLst/>
          </a:prstGeom>
        </p:spPr>
      </p:pic>
      <p:pic>
        <p:nvPicPr>
          <p:cNvPr id="31" name="Image 12" descr="pyth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3904488"/>
            <a:ext cx="640080" cy="640080"/>
          </a:xfrm>
          <a:prstGeom prst="rect">
            <a:avLst/>
          </a:prstGeom>
        </p:spPr>
      </p:pic>
      <p:pic>
        <p:nvPicPr>
          <p:cNvPr id="32" name="기술 타일 triposr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3657600"/>
            <a:ext cx="1005840" cy="996696"/>
          </a:xfrm>
          <a:prstGeom prst="rect">
            <a:avLst/>
          </a:prstGeom>
        </p:spPr>
      </p:pic>
      <p:pic>
        <p:nvPicPr>
          <p:cNvPr id="33" name="Image 14" descr="tripos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904488"/>
            <a:ext cx="640080" cy="640080"/>
          </a:xfrm>
          <a:prstGeom prst="rect">
            <a:avLst/>
          </a:prstGeom>
        </p:spPr>
      </p:pic>
      <p:pic>
        <p:nvPicPr>
          <p:cNvPr id="34" name="기술 타일 unity" descr="/home/claude/img/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657600"/>
            <a:ext cx="1005840" cy="996696"/>
          </a:xfrm>
          <a:prstGeom prst="rect">
            <a:avLst/>
          </a:prstGeom>
        </p:spPr>
      </p:pic>
      <p:pic>
        <p:nvPicPr>
          <p:cNvPr id="35" name="Image 16" descr="unit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904488"/>
            <a:ext cx="640080" cy="640080"/>
          </a:xfrm>
          <a:prstGeom prst="rect">
            <a:avLst/>
          </a:prstGeom>
        </p:spPr>
      </p:pic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웹에서 직접 구조물 제작</a:t>
            </a:r>
            <a:endParaRPr lang="en-US" sz="2600" dirty="0"/>
          </a:p>
        </p:txBody>
      </p:sp>
      <p:sp>
        <p:nvSpPr>
          <p:cNvPr id="4" name="캡처 자리"/>
          <p:cNvSpPr/>
          <p:nvPr/>
        </p:nvSpPr>
        <p:spPr>
          <a:xfrm>
            <a:off x="502920" y="1371600"/>
            <a:ext cx="5212080" cy="31089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캡처 안내"/>
          <p:cNvSpPr txBox="1"/>
          <p:nvPr/>
        </p:nvSpPr>
        <p:spPr>
          <a:xfrm>
            <a:off x="502920" y="13716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[웹 편집기 실제 캡처 삽입]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4173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웹 편집기에서 블록 배치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3D 미리보기로 즉시 확인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구조물 데이터를 내보내 Unity 테스트로 연결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39F45A7-45A7-071E-2504-4DFB45F72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81" y="1417321"/>
            <a:ext cx="3000527" cy="16697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673BDA8-D524-A42C-CC10-5452A6215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849" y="1419371"/>
            <a:ext cx="3176907" cy="17705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FD95D11-CD66-B76A-06F1-A439AF1BB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" y="3087096"/>
            <a:ext cx="2974324" cy="16692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DE8B69D-F307-59C9-FF3F-236CBBE3C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884" y="3179746"/>
            <a:ext cx="3165871" cy="1672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사진 기반 AI 3D 변환</a:t>
            </a:r>
            <a:endParaRPr lang="en-US" sz="2600" dirty="0"/>
          </a:p>
        </p:txBody>
      </p:sp>
      <p:sp>
        <p:nvSpPr>
          <p:cNvPr id="4" name="사진 프레임"/>
          <p:cNvSpPr/>
          <p:nvPr/>
        </p:nvSpPr>
        <p:spPr>
          <a:xfrm>
            <a:off x="49377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입력한 건축물 사진" descr="입력한 건축물 사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입력한 건축물 사진</a:t>
            </a:r>
            <a:endParaRPr lang="en-US" sz="1200" dirty="0"/>
          </a:p>
        </p:txBody>
      </p:sp>
      <p:sp>
        <p:nvSpPr>
          <p:cNvPr id="7" name="사진 프레임"/>
          <p:cNvSpPr/>
          <p:nvPr/>
        </p:nvSpPr>
        <p:spPr>
          <a:xfrm>
            <a:off x="470001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블록(복셀) 변환 결과" descr="블록(복셀) 변환 결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블록(복셀) 변환 결과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건축물 사진을 입력하면 AI가 3D 형상을 만들고, 이를 블록 단위 데이터로 변환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Unity 연동 및 구조 테스트</a:t>
            </a:r>
            <a:endParaRPr lang="en-US" sz="2600" dirty="0"/>
          </a:p>
        </p:txBody>
      </p:sp>
      <p:sp>
        <p:nvSpPr>
          <p:cNvPr id="4" name="사진 프레임"/>
          <p:cNvSpPr/>
          <p:nvPr/>
        </p:nvSpPr>
        <p:spPr>
          <a:xfrm>
            <a:off x="49377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구조물 데이터(CSV) 불러오기" descr="구조물 데이터(CSV) 불러오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구조물 데이터(CSV) 불러오기</a:t>
            </a:r>
            <a:endParaRPr lang="en-US" sz="1200" dirty="0"/>
          </a:p>
        </p:txBody>
      </p:sp>
      <p:sp>
        <p:nvSpPr>
          <p:cNvPr id="7" name="사진 프레임"/>
          <p:cNvSpPr/>
          <p:nvPr/>
        </p:nvSpPr>
        <p:spPr>
          <a:xfrm>
            <a:off x="470001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Unity 구조 테스트 화면" descr="Unity 구조 테스트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Unity 구조 테스트 화면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30936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웹에서 내보낸 데이터를 Unity로 불러와 하중 · 진동 · </a:t>
            </a:r>
            <a:r>
              <a:rPr lang="en-US" sz="1600" b="1" dirty="0" err="1">
                <a:solidFill>
                  <a:schemeClr val="tx1"/>
                </a:solidFill>
              </a:rPr>
              <a:t>충격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  <a:r>
              <a:rPr lang="ko-KR" altLang="en-US" sz="1600" b="1" dirty="0">
                <a:solidFill>
                  <a:schemeClr val="tx1"/>
                </a:solidFill>
              </a:rPr>
              <a:t>바람</a:t>
            </a:r>
            <a:r>
              <a:rPr lang="en-US" sz="1600" b="1" dirty="0">
                <a:solidFill>
                  <a:schemeClr val="tx1"/>
                </a:solidFill>
              </a:rPr>
              <a:t> 테스트 수행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262B1C15-A782-1063-377B-EEBBA8DB6CA8}"/>
              </a:ext>
            </a:extLst>
          </p:cNvPr>
          <p:cNvSpPr txBox="1"/>
          <p:nvPr/>
        </p:nvSpPr>
        <p:spPr>
          <a:xfrm>
            <a:off x="630936" y="44531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https://youtu.be/K8w-Bco6pRg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취약 영역 확인 및 보강</a:t>
            </a:r>
            <a:endParaRPr lang="en-US" sz="2600" dirty="0"/>
          </a:p>
        </p:txBody>
      </p:sp>
      <p:sp>
        <p:nvSpPr>
          <p:cNvPr id="4" name="사진 프레임"/>
          <p:cNvSpPr/>
          <p:nvPr/>
        </p:nvSpPr>
        <p:spPr>
          <a:xfrm>
            <a:off x="49377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블록 색상으로 표시한 위험 영역" descr="블록 색상으로 표시한 위험 영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블록 색상으로 표시한 위험 영역</a:t>
            </a:r>
            <a:endParaRPr lang="en-US" sz="1200" dirty="0"/>
          </a:p>
        </p:txBody>
      </p:sp>
      <p:sp>
        <p:nvSpPr>
          <p:cNvPr id="7" name="사진 프레임"/>
          <p:cNvSpPr/>
          <p:nvPr/>
        </p:nvSpPr>
        <p:spPr>
          <a:xfrm>
            <a:off x="4700016" y="1316736"/>
            <a:ext cx="3950208" cy="22677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보강 설정 메뉴" descr="보강 설정 메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5488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보강 설정 메뉴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위험 영역을 색상으로 확인하고, 재료와 보강 방식을 골라 보강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1089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현재 구현 현황과 최종발표 계획</a:t>
            </a:r>
            <a:endParaRPr lang="en-US" sz="2600" dirty="0"/>
          </a:p>
        </p:txBody>
      </p:sp>
      <p:pic>
        <p:nvPicPr>
          <p:cNvPr id="4" name="카드1" descr="/home/claude/img/car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3931920" cy="28712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현재 구현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1945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웹 기반 구조물 편집기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사진 기반 3D 변환과 블록 데이터화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Unity 연동 및 구조 테스트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취약 영역 표시와 보강</a:t>
            </a:r>
            <a:endParaRPr lang="en-US" sz="1600" dirty="0"/>
          </a:p>
        </p:txBody>
      </p:sp>
      <p:pic>
        <p:nvPicPr>
          <p:cNvPr id="7" name="카드2" descr="/home/claude/img/card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80160"/>
            <a:ext cx="3931920" cy="287121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98348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최종발표까지 보완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4983480" y="21945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시스템 동작 안정성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분석 결과의 검증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보강 전후 결과 비교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02920" y="4389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※ 시뮬레이션 결과는 실제 건축물의 안전성을 보증하지 않음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29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CADBuilderLego">
  <a:themeElements>
    <a:clrScheme name="MyCADBuilderLego">
      <a:dk1>
        <a:srgbClr val="1F2937"/>
      </a:dk1>
      <a:lt1>
        <a:srgbClr val="FFFFFF"/>
      </a:lt1>
      <a:dk2>
        <a:srgbClr val="0B2E6B"/>
      </a:dk2>
      <a:lt2>
        <a:srgbClr val="FFF7E0"/>
      </a:lt2>
      <a:accent1>
        <a:srgbClr val="D01012"/>
      </a:accent1>
      <a:accent2>
        <a:srgbClr val="FFD500"/>
      </a:accent2>
      <a:accent3>
        <a:srgbClr val="0055BF"/>
      </a:accent3>
      <a:accent4>
        <a:srgbClr val="237841"/>
      </a:accent4>
      <a:accent5>
        <a:srgbClr val="7B3FA0"/>
      </a:accent5>
      <a:accent6>
        <a:srgbClr val="4B5563"/>
      </a:accent6>
      <a:hlink>
        <a:srgbClr val="0055BF"/>
      </a:hlink>
      <a:folHlink>
        <a:srgbClr val="4B5563"/>
      </a:folHlink>
    </a:clrScheme>
    <a:fontScheme name="MyCADBuilderLe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443</Words>
  <Application>Microsoft Office PowerPoint</Application>
  <PresentationFormat>화면 슬라이드 쇼(16:9)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MyCADBuilderLego</vt:lpstr>
      <vt:lpstr>PowerPoint 프레젠테이션</vt:lpstr>
      <vt:lpstr>하나의 흐름으로 연결된 시스템</vt:lpstr>
      <vt:lpstr>웹에서 직접 구조물 제작</vt:lpstr>
      <vt:lpstr>사진 기반 AI 3D 변환</vt:lpstr>
      <vt:lpstr>Unity 연동 및 구조 테스트</vt:lpstr>
      <vt:lpstr>취약 영역 확인 및 보강</vt:lpstr>
      <vt:lpstr>현재 구현 현황과 최종발표 계획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CAD Builder 중간발표</dc:title>
  <dc:subject>PptxGenJS Presentation</dc:subject>
  <dc:creator>김준성</dc:creator>
  <cp:lastModifiedBy>준성 김</cp:lastModifiedBy>
  <cp:revision>5</cp:revision>
  <dcterms:created xsi:type="dcterms:W3CDTF">2026-10-10T10:42:35Z</dcterms:created>
  <dcterms:modified xsi:type="dcterms:W3CDTF">2026-10-11T16:42:10Z</dcterms:modified>
</cp:coreProperties>
</file>