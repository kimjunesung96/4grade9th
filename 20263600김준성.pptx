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0FFAD-2AB8-4DAD-A9B0-235D42FA1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0FFC9F-A312-1DAA-E502-0F6005945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22167D-D97A-8057-19AC-F056051F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3D397-5FB2-DA24-59F7-BB55628D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36515B-F014-9C3A-EF5E-09C4BCC3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431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B7EE2-0943-1CB7-71C1-90EF003E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951D1D-771D-99D1-89E6-18A7CBEC9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1DE68F-EEF6-587E-04C1-54B482B06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174B16-79F7-055E-A228-D764B1B3D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3289D6-20F8-01DD-5AEE-8A673FE7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61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F09D67-28EB-2951-75D1-84BDDD1B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212032-6A8B-F9B8-FA76-8E68A63FD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C0806C-9CFC-3E64-CAC3-E4A2FE71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73F3A0-29E5-FB33-4D34-D97EA37D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213195-98F7-0F11-CF50-26360505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625F4-FA09-615C-D267-9D8F8BCF5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932BE3-5381-6062-2DA3-4C13BF682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A969B8-2A8C-7D78-CA87-1447E9CB7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239531-5E53-41F1-8974-584A9C03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127785-0813-994F-6CDA-397E6601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8A79D6-D709-23CA-4E09-11FD3811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666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19FCD-AE4F-91A0-479E-4F79017F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BF05E6-BF04-9A81-3944-05CD67654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B6AA76-299B-D84F-3F2C-803513A96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F321CF-7CC4-0ACF-DB21-7892861C1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A687DB-B8FE-D6A0-26F0-3C0E918F82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2303E6-E3FB-222E-D0B6-43F18829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0EE061-0EE3-CB22-E363-D07B50EF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F7FB33-2BA8-43D6-9173-B0077258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14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CC13C-A097-D804-A196-4D5378D0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A5090D-7225-6014-721A-1A9C64CC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00F724-00B1-7E85-33B4-9DCA11D8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60A85B-5D2E-61DB-ED9E-3711BD2B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51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C77F07-A1A7-21F3-5B24-B940B8C5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ABF4B5-2F6F-EBAE-18B6-54D2EB67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F6F8CB-5401-C26E-BA21-CEE784EA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975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942231-B541-36BB-1501-459BA3D8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82C4A-522C-FCDA-A83D-112AEEF3A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0007B2-4E62-570D-EE90-8E7E06100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ECA761-DFFB-F0D8-F96A-CCA79A6E2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AF2FD8-3EB9-376A-43FA-C6E69B6C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5674F4-DEB9-7466-A603-B143B7B2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35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B3AB6-162C-EF09-3267-9F77BEE8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8E674CE-877D-FA2E-D699-656DF19B1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18E9D5-E0F3-D0C6-4F33-01264970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88A030-306C-F214-7FDA-0A622E4B0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086BB9-9E07-5C2E-C84A-91D63377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1767FE-BC30-D3CA-61AF-EB612A83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463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2E3CE-AB73-95F1-5C79-B8C7D310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983B9D-EEA3-5AFA-D8F6-6B52A23D3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DBEBBB-2D04-B78C-DAA1-A43F7A4B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D00FAD-58CC-4725-09CE-DD25D864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A17B1E-D54F-E561-BCA5-94F48BF7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898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EF52D4-E177-A87C-7EA5-DA16A5DDA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B394A7-1F8A-D89A-A39B-B667FD1E8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0EBC0F-6B8C-D2A9-BAE2-7C56BE00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485D65-1EE5-056D-9231-DB7A23EC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CEDC6-633E-2B3F-8770-77B78B3B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9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B4D833A-44A3-FA13-1639-4C2BFE88F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7B878E-5575-1185-8330-CE9E48F2E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90C7AA-7907-74D3-D1D8-F607FD8C0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37E61-8EDA-409B-9C9E-36594CA54884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14A3EB-2390-4BC5-02CF-E3D0B57A5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6A97A4-7CA6-0D0D-E24C-EE6C5387B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4223D-53F5-4CCB-BE69-2D799F973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99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2528-20EF-F261-D4F5-6EF38EA44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6C371C-3F9B-83A0-7F04-0A824B50F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682A5E-CE44-5A31-634E-A12B2E9D0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9311" y="0"/>
            <a:ext cx="14870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642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2528-20EF-F261-D4F5-6EF38EA44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6C371C-3F9B-83A0-7F04-0A824B50F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4CA661-72D8-3558-9054-791CEC67D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94286" y="0"/>
            <a:ext cx="14780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43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2528-20EF-F261-D4F5-6EF38EA44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6C371C-3F9B-83A0-7F04-0A824B50F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B11FE5-0361-B454-CE03-FC1F094D6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9311" y="0"/>
            <a:ext cx="14870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61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2528-20EF-F261-D4F5-6EF38EA44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6C371C-3F9B-83A0-7F04-0A824B50F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A15C2E-4F84-DE4A-D3B0-618B446EF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723" y="0"/>
            <a:ext cx="14887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52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2528-20EF-F261-D4F5-6EF38EA44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6C371C-3F9B-83A0-7F04-0A824B50F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C330BB-9BF0-08DC-E6F1-EABF124BA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0920" y="0"/>
            <a:ext cx="14853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69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2528-20EF-F261-D4F5-6EF38EA44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6C371C-3F9B-83A0-7F04-0A824B50F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C58E12-C154-2F4E-2E54-EB72A975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64602" y="0"/>
            <a:ext cx="149212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3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2528-20EF-F261-D4F5-6EF38EA44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6C371C-3F9B-83A0-7F04-0A824B50F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CF5E01-7E14-ABBB-D23A-B2FAF74B8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4935200" cy="689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5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2528-20EF-F261-D4F5-6EF38EA44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6C371C-3F9B-83A0-7F04-0A824B50F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5564C0-DBFB-00CD-AE5F-4FEA29FA9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6153" y="0"/>
            <a:ext cx="149043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211</dc:creator>
  <cp:lastModifiedBy>211</cp:lastModifiedBy>
  <cp:revision>3</cp:revision>
  <dcterms:created xsi:type="dcterms:W3CDTF">2026-04-28T10:07:32Z</dcterms:created>
  <dcterms:modified xsi:type="dcterms:W3CDTF">2026-04-28T10:09:31Z</dcterms:modified>
</cp:coreProperties>
</file>